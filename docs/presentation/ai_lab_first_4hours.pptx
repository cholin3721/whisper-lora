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187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청중: 전문대 3학년. SSH/conda 등이 익숙하지 않은 분들.
발표 톤: '두 달 전엔 나도 몰랐다'는 솔직한 자세로.
4시간 동안 처음 학교 서버에 접속해서 모델 학습 직전까지 간 실제 경험을 공유합니다.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'왜 검은 화면을 마주하게 됐는지' 공감대 형성.
현장 코멘트: GPU 가격은 A100 기준 약 1,200만원, H100은 더 비쌈. 개인 노트북으론 진짜 못 돌립니다.
학교 서버 = 헤드리스(headless). 모니터가 안 달려 있음. SSH로만 들어가야 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도구 4개 + 명령어 17개. 외울 필요 없이, 다음 슬라이드부터 시간순으로 보여줄 거니까 지금은 그림만 잡으면 됩니다.
SSH=원격접속, conda=환경, rclone=클라우드, tar=묶음/풀기.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코멘트: 처음 들어갔을 때 'Welcome to Ubuntu' 메시지 보는 순간이 가장 짜릿했음.
비밀번호 인증으로 시작 → SSH 키로 바꾸는 게 표준.
ssh-keygen으로 키 만들고, ssh-copy-id로 서버에 등록하면 다음부턴 비번 안 물어봄.
발표 시 이 슬라이드만 검은색 배경 — 터미널 진입의 임팩트.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친 명령어 그대로. stoarage 오타는 진짜로 났음 — 부끄럽지만 솔직하게.
Tab 자동완성을 알았더라면 안 났을 오타. 학생들에게 '괜찮다, 다들 그래'라는 메시지.
루트(/)부터 시작하는 절대경로와 ~/로 시작하는 홈경로 차이도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clone 끝에 점(.) 하나가 중요 — 현재 폴더에 풀라는 뜻. 점 없으면 폴더 새로 만들어서 그 안에 들어감.
실제로 받는데 2초도 안 걸림. WHISPER-LoRA 코드는 36개 객체.
학생들에게: GitHub URL 복사할 때 'HTTPS' 옵션 선택하면 이 형태.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conda activate 하면 프롬프트 앞에 (whisper)가 붙음 — 어떤 환경에 있는지 항상 보여줌.
-y 옵션은 'yes' 자동 응답. 안 쓰면 중간에 'Proceed? [y/n]' 물어봄.
학생 질문 자주 나옴: 'conda랑 pip 동시에 써도 돼요?' — 가능하지만 conda 환경 안에서 pip 쓰는 게 표준.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코멘트: 진짜 30분 날렸음. nvidia-smi로 드라이버 CUDA 버전 확인 → PyTorch 공식 사이트에서 그 버전에 맞는 install 명령어 받기.
드라이버 CUDA와 PyTorch가 컴파일된 CUDA 둘 다 봐야 함. 학교 서버는 보통 12.1~12.4 사이.
잘못 깔면 torch는 깔리는데 GPU만 안 잡힘. 가장 짜증나는 시나리오.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RTX 8000 두 장 — 한 장당 48GB. 총 96GB GPU 메모리.
현장 코멘트: True 한 글자 보는 순간이 가장 짜릿. 셋업 다 끝난 거.
바로 안 나오면 nvidia-smi, conda list torch로 디버깅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코멘트: 첫 시도는 wget으로 했음 → 안 됨. gdown 시도 → 'Too many requests'. rclone이 정답.
OAuth 인증할 때 헤드리스(브라우저 없는) 서버라서, 로컬 PC에서 rclone authorize 받고 토큰을 SSH로 붙여넣는 방식 사용. (트러블슈팅 슬라이드에서 다시 언급)
-P 옵션 = progress, 진행률 보면서 60GB 받음.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파이프(|)의 진짜 가치를 보여주는 예시. 60GB 합본 파일 만들고 풀면 디스크 120GB 필요 → 파이프로 흘려보내면 그냥 60GB 풀기만 함.
tar.aa, tar.ab는 split 명령으로 잘라낸 조각. 알파벳 순서가 곧 청크 순서.
실제로 본 학생들 가장 놀라는 부분: '명령 두 개가 동시에 돌 수 있구나'.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학생들에게 강조: mkdir -p의 -p는 'parents' — 중간 폴더가 없으면 같이 만들어줌. 가장 자주 까먹는 옵션.
mv는 이동과 이름변경을 동시에 함. 리눅스에는 'rename' 명령이 따로 있지만 mv로 충분.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cat은 짧은 파일에만. 긴 로그 cat 하면 터미널 폭주.
grep -i 대소문자 무시, grep -r 재귀, grep -n 라인 번호. 셋 합쳐 grep -rin 자주 씀.
find . -name 패턴 — 점(.)은 현재 폴더부터.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리눅스의 핵심 사상: 작은 명령 여러 개를 파이프로 조립.
tar -t는 list, 안 풀고 목록만 봄. head -200은 앞 200줄. 셋이 합쳐져서 '60GB 압축 안의 폴더 구조 미리보기'.
파이프(|)는 Shift+\ 위치(키보드마다 다름). 학생들이 처음에 가장 못 찾는 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scp는 ssh와 같은 프로토콜. ssh 키를 등록해놨으면 비밀번호 없이 파일 전송.
rclone은 Google Drive 외에도 OneDrive, S3, Dropbox 등 50개 이상 클라우드 지원.
순서가 중요: scp source destination. 헷갈리면 cp랑 똑같은 순서라고 외움.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python=3.10 같은 버전 명시 중요. 안 쓰면 conda가 최신 Python 깔아버려서 라이브러리 호환 안 될 수 있음.
pip은 conda 환경 안에서도 그대로 동작. 둘이 같이 쓰는 게 표준.
conda env export &gt; environment.yml 하면 환경 통째로 백업.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1: VOTE400.zip 업로드가 끊겨서 162MB만 들어옴. unzip 했더니 손상 파일. Colab 노트북에서 직접 Drive로 올린 뒤 분할 압축으로 받기 시작.
문제 2: 처음 apt install rclone 시도 → sudo 권한 거부. conda-forge 채널에서 사용자 영역 설치로 해결.
문제 3: 학교 서버는 headless라 google.com 로그인 불가. rclone authorize 명령을 노트북에서 실행 → 토큰 JSON 출력 → SSH 세션에 붙여넣기.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 4 (screen/tmux): 학습 30시간 돌리는데 노트북 닫으면 끊김 → screen 안에서 돌리면 SSH 끊어도 계속.
Tip 5 강조: 영어 에러 메시지 그대로 따옴표로 묶어 구글링. StackOverflow가 99% 답해줌.
이 5가지가 명령어 외우기보다 훨씬 오래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위쪽 시퀀스: 환경 셋업 흐름. 아래쪽: 데이터가 거꾸로 들어와서 학습으로 도착.
발표 시 손가락으로 화면 따라가면서 '이 단계가 어디였더라'를 다시 한 번 짚어줌.
학습이 시작되면 이제 wandb나 tensorboard 같은 다음 도구 세트로 넘어감.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멘트: 오늘 본 17개 명령어는 외우려 하지 말고, '이런 게 있다'는 그림만 가져가세요.
실제로 학교 서버 받게 되면 이 슬라이드 다시 보면서 따라하면 됩니다.
질문 시간: SSH 키 만드는 법, 학습 도중 GPU 모니터링하는 법(nvidia-smi -l 1) 등이 자주 나옴.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FOR AI — 발표 자료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사용기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</a:t>
            </a:r>
            <a:r>
              <a:rPr lang="en-US" sz="2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4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5176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셋업 시간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60GB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9224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발표 동기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학교 서버에 들어가게 됐나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 노트북에서 모델이 안 </a:t>
            </a:r>
            <a:r>
              <a:rPr lang="en-US" sz="1300" i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돌아간다</a:t>
            </a:r>
            <a:r>
              <a:rPr lang="ko-KR" altLang="en-US" sz="1300" i="1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ㅠㅠ</a:t>
            </a: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060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" cy="2240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글카</a:t>
            </a:r>
            <a:r>
              <a:rPr lang="ko-KR" alt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없음</a:t>
            </a:r>
            <a:endParaRPr lang="en-US" altLang="ko-KR" sz="1400" b="1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VRAM 부족으로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시작도 못함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8980" y="1691640"/>
            <a:ext cx="26060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68980" y="1691640"/>
            <a:ext cx="73152" cy="2240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43300" y="1920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4330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한 장 가격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43300" y="2697480"/>
            <a:ext cx="5486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543300" y="2880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₩12,000,000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(A100 80GB 기준)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개인이 살 수 없음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1691640"/>
            <a:ext cx="260604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080760" y="1691640"/>
            <a:ext cx="73152" cy="22402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355080" y="1920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194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서버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355080" y="2697480"/>
            <a:ext cx="54864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55080" y="28803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 8000 × 2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48GB × 2 = 96GB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근데 화면이 없음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모든 게 텍스트 화면이 됐다. 마우스 없음. 클릭 없음. 오직 키보드.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· 도구 소개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도구 4가지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가지만 알면 학습 직전까지 갑니다. 명령어 17개는 이 안에 다 있어요.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202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Secure Shell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36576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서버에 들어가는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통로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42032" y="1645920"/>
            <a:ext cx="19202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70632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70632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70632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Anaconda 패키지 관리자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70632" y="3063240"/>
            <a:ext cx="36576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70632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독립된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환경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1645920"/>
            <a:ext cx="19202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55464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55464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rclone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855464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 Clone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55464" y="3063240"/>
            <a:ext cx="36576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55464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클라우드(Drive)와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사이 동기화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11696" y="1645920"/>
            <a:ext cx="192024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40296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0296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40296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Tape Archive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0296" y="3063240"/>
            <a:ext cx="36576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940296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파일을 묶고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압축/해제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명령어 17개  </a:t>
            </a: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 슬라이드부터 시간순으로 하나씩 풀어봅니다.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원격 접속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SSH로 원격 서버에 들어간다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SSH(Secure Shell, 안전한 원격 접속) — 내 노트북에서 학교 컴퓨터로 들어가는 비밀 통로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120640" cy="2377440"/>
          </a:xfrm>
          <a:prstGeom prst="rect">
            <a:avLst/>
          </a:prstGeom>
          <a:solidFill>
            <a:srgbClr val="0A0A0A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6733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8096" y="16733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41832" y="167335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cholin2@ml.mojuk.kr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cholin2@ml.mojuk.kr's password: </a:t>
            </a: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●●●●●●●●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Ubuntu 22.04.3 LTS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login: Mon May 27 09:14 ...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cholin2@ml-server:~$ _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5216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인증 방식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1965960"/>
            <a:ext cx="283464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852160" y="196596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3504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인증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2677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쉽지만 매번 입력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탈취 위험 있음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971800"/>
            <a:ext cx="283464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852160" y="2971800"/>
            <a:ext cx="54864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3504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키 인증  ✓ 권장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2735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한 번 등록 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없이 접속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Tip: ssh-keygen → ssh-copy-id 두 번이면 끝.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이때부터 화면은 텍스트뿐. 마우스는 잊으세요.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파일시스템 탐색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2: 길을 잃다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들어가면 내 폴더가 어딘지도 모름. 오타는 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93776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8096" y="16276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41832" y="16276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친 명령어 (오타 포함)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~/storage/cholin2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어? 없네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/stoarage/cholin2</a:t>
            </a:r>
            <a:r>
              <a:rPr lang="en-US" sz="1300" i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← 오타!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bash: cd: /stoarage/cholin2: No such file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# 둘러봄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  bin  workspace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storage/cholin2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-p whisper &amp;&amp; cd whisper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508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시퀀스에 등장한 명령어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1874520"/>
            <a:ext cx="3063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60720" y="1920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920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 Directory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2331720"/>
            <a:ext cx="3063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760720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2788920"/>
            <a:ext cx="3063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760720" y="2834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2834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Working Dir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3246120"/>
            <a:ext cx="3063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760720" y="3291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 Directory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23560" y="3703320"/>
            <a:ext cx="3063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760720" y="3749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7490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Concatenate (보기)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오타는 일상입니다. Tab 키 자동완성을 쓰면 90% 줄어요. (다음 ‘5가지 팁’ 슬라이드에서)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코드 받기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3: GitHub에서 코드 받기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clone — 깃허브 저장소를 통째로 복제해서 내 서버로 가져온다.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8096" y="16276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41832" y="16276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https://github.com/cholin3721/WHISPER-LoRA.git 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73152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266090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출력 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Receiving objects: 100% (36/36), 12.16 MiB | 6.50 MiB/s, done.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cheat sheet — 가장 자주 쓰는 5개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58191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58191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저장소 복제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84832" y="3703320"/>
            <a:ext cx="158191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084832" y="3703320"/>
            <a:ext cx="158191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176272" y="3840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76272" y="41605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변경사항 확인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12464" y="3703320"/>
            <a:ext cx="158191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712464" y="3703320"/>
            <a:ext cx="158191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803904" y="3840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03904" y="41605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변경사항 스테이징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0096" y="3703320"/>
            <a:ext cx="158191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340096" y="3703320"/>
            <a:ext cx="158191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31536" y="3840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31536" y="41605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스냅샷 기록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67728" y="3703320"/>
            <a:ext cx="158191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967728" y="3703320"/>
            <a:ext cx="158191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059168" y="3840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59168" y="41605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저장소로 전송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환경 만들기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4: conda 환경 만들기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conda(콘다, Python 패키지·환경 관리자) — 프로젝트마다 따로 작업실을 차린다.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2120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8096" y="16276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41832" y="16276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whisper python=3.10 -y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whisper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(whisper) $ _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0" y="1508760"/>
            <a:ext cx="28346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08076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프로젝트마다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작업실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076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충돌 방지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conda · pip · venv 한 줄 비교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26060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26060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+ 패키지 모두 관리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비-Python 패키지도 OK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474720"/>
            <a:ext cx="26060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200400" y="3474720"/>
            <a:ext cx="26060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832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832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패키지만 설치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PyPI에서 다운로드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474720"/>
            <a:ext cx="26060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943600" y="3474720"/>
            <a:ext cx="26060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1264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264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내장 가상환경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최소한의 격리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함정 #1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5: PyTorch + CUDA 매칭의 함정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버전이 안 맞으면 GPU가 안 잡힌다. 이게 1번 함정.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8096" y="16276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41832" y="16276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pytorch torchvision torchaudio pytorch-cuda=12.1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-c pytorch -c nvidia -y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402336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잘 매칭됐을 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 2.5.1+cu121 · CUDA 12.1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GPU가 잡힌다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402336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63440" y="265176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잘못 매칭하면?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torch.cuda.is_available() == False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비싼 GPU를 CPU로 굴림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23444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진짜 30분 헤맸음.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공식 사이트에서 'CUDA 버전 맞추는 명령어' 그대로 복붙하는 게 가장 안전.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진실의 순간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6: GPU 인식 확인 — 진실의 순간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줄이 True/2/Quadro RTX 8000을 뱉으면 셋업 끝.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30352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8096" y="16276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41832" y="16276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print(torch.cuda.is_available())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print(torch.cuda.device_count())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print(torch.cuda.get_device_name(0))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Quadro RTX 8000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2743200" cy="246888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9436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보려고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시간 셋업.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29400" y="3520440"/>
            <a:ext cx="1371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 이때부터 GPU가 진짜 내 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device_count() == 2</a:t>
            </a: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GPU 두 장 인식됨. 학습 시 </a:t>
            </a:r>
            <a:r>
              <a:rPr lang="en-US" sz="12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CUDA_VISIBLE_DEVICES=0,1</a:t>
            </a: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둘 다 활용 가능.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· 데이터 전송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7: 60GB 데이터 받기 — rclone 등장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rclone(아르클론, Remote Clone) — 클라우드와 서버 사이 동기화 도구.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wget이나 gdown이 아닌가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wget? </a:t>
            </a: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Drive는 OAuth 인증 필요 →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직접 다운로드 안 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1148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gdown? </a:t>
            </a: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파일·폴더는 권한 이슈 →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“Too many requests” 자주 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11480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73152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rclone ✓ </a:t>
            </a: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 한 번만 → 폴더째 동기화 →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60GB도 안정적으로 진행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84048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83480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157216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30952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74920" y="18745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 (sudo 없어도 OK)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-c conda-forge \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rclone -y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OAuth 한 번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rclone config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복사 (-P: 진행률 표시)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rclone copy "gdrive:VOTE400" . -P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Transferred: 60.2 GiB / 60.2 GiB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sudo 권한 없어도 conda 안에 설치 가능. 학교 서버에서 관리자 권한 없을 때의 정석.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 · 압축 풀기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8: 분할 압축 풀기 — tar의 마법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60GB는 한 파일로 못 받는다. 7조각을 받아서 한 줄에 합치고 푼다.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8096" y="16276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41832" y="162763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VOTE400.tar.aa VOTE400.tar.ab ... VOTE400.tar.ag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</a:t>
            </a:r>
            <a:r>
              <a:rPr lang="en-US" sz="14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84048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73152" cy="1645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cat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조각을 순서대로 이어붙임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0" y="3566160"/>
            <a:ext cx="3657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54480" y="3566160"/>
            <a:ext cx="3657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5544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3566160"/>
            <a:ext cx="3657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0116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3566160"/>
            <a:ext cx="3657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4688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0" y="3566160"/>
            <a:ext cx="3657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926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3566160"/>
            <a:ext cx="3657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383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977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 스트림으로 합쳐서 출력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283464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6000" dirty="0"/>
          </a:p>
        </p:txBody>
      </p:sp>
      <p:sp>
        <p:nvSpPr>
          <p:cNvPr id="31" name="Shape 29"/>
          <p:cNvSpPr/>
          <p:nvPr/>
        </p:nvSpPr>
        <p:spPr>
          <a:xfrm>
            <a:off x="4846320" y="2606040"/>
            <a:ext cx="384048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846320" y="2606040"/>
            <a:ext cx="73152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tar -x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2920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걸 즉시 풀어 디스크에 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3566160"/>
            <a:ext cx="822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02920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wav/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3566160"/>
            <a:ext cx="822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98932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txt/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49440" y="3566160"/>
            <a:ext cx="8229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94944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meta/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3977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파일/폴더로 복원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메모리에서 stream으로 처리. 임시 합본 파일을 디스크에 만들 필요 없음 → 디스크 절약.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치트시트 · 파일/디렉토리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파일/디렉토리 명령어 (5개)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여기서부터는 카테고리별 정리. 다시 한 번 훑고 가면 평생 씀.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 하는지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2423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/storage/cholin2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보기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· ls -lh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만들기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3429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a/b/c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3931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8308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이동·이름변경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old.txt new.txt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" y="4663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</a:t>
            </a:r>
            <a:r>
              <a:rPr lang="en-US" sz="11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 -la는 숨김파일까지, -lh는 사람이 읽기 쉬운 용량(K/M/G) 표시. 둘 다 합쳐 ls -lah 자주 씀.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치트시트 · 보기/검색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내용 보기 / 검색 (4개)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파일을 통째로 열지 말 것. 앞 100줄만, 키워드만, 파일만 빠르게.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1554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file.txt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통째로 출력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-100 train.log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468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100줄만 (-n)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"에러" train.log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0175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찾기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"*.py"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566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검색 (재귀)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</a:t>
            </a:r>
            <a:r>
              <a:rPr lang="en-US" sz="11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 -f file 은 실시간 추적. 학습 로그 보면서 'loss 줄어드나' 확인할 때 필수.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치트시트 · 파이프와 리다이렉트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파이프 | 와 리다이렉트 &gt;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리눅스의 진짜 파워 — 명령어들을 레고처럼 조립한다.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060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1의 출력 → 2의 입력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명령1 | 명령2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8980" y="1554480"/>
            <a:ext cx="26060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68980" y="1554480"/>
            <a:ext cx="26060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689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0614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파일로 (덮어쓰기)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614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명령 &gt; file.txt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554480"/>
            <a:ext cx="26060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080760" y="1554480"/>
            <a:ext cx="26060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8076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파일에 추가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명령 &gt;&gt; file.txt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예시 — 오늘 우리가 실제 친 한 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94360" y="35021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68096" y="35021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41832" y="350215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VOTE400.tar.*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-t </a:t>
            </a: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-200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분할 파일 합쳐서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②  tar 목록 뽑아서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③  앞 200줄만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압축 풀지 않고도 안에 뭐가 들었는지 미리 확인.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치트시트 · 네트워크/원격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네트워크 / 원격 (3개)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컴퓨터와 다른 컴퓨터 사이를 오가는 도구들.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32120" y="1554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920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cholin2@ml.mojuk.kr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920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서버 접속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2514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file.py user@host:~/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25146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원격으로 복사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rclone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31089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rclone copy gdrive:X ./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3108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동기화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</a:t>
            </a: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↔ 서버는 scp, 서버 ↔ 클라우드는 rclone. ssh는 그 둘을 시작하는 입구.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치트시트 · conda / pip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conda / pip (5개)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환경 관리는 이 다섯 개로 충분.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env list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920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만든 환경 전체 목록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NAME python=3.10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환경 만들기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NAME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8346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환경으로 들어가기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PKG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설치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-U PKG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37490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업그레이드 (-U = upgrade)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</a:t>
            </a:r>
            <a:r>
              <a:rPr lang="en-US" sz="11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conda deactivate로 환경에서 나옴. 환경 통째로 삭제는 conda env remove -n NAME.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· 트러블슈팅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실제로 막힌 3가지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잘못하면 4시간 다시. 이 함정만 피하면 시간 아낀다.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5176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673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VOTE400 압축 끊김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532888"/>
            <a:ext cx="457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162MB만 받힌 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 업로드 중단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Colab에서 직접 업로드한 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받기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251960"/>
            <a:ext cx="2651760" cy="50292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파일은 분할 압축 필수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508760"/>
            <a:ext cx="265176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91840" y="150876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74720" y="1673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47472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sudo 권한 없음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74720" y="2532888"/>
            <a:ext cx="457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474720" y="2624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rclone을 시스템에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설치하려니 거부됨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conda env 안에 설치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(-c conda-forge)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4251960"/>
            <a:ext cx="2651760" cy="50292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47472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서버 = 사용자 영역만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508760"/>
            <a:ext cx="265176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080760" y="1508760"/>
            <a:ext cx="2651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263640" y="1673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63640" y="2167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헤드리스 OAuth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63640" y="2532888"/>
            <a:ext cx="4572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63640" y="2624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브라우저 없어서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로그인 불가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PC에서 토큰 받아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SSH로 붙여넣기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4251960"/>
            <a:ext cx="2651760" cy="50292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263640" y="4251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rclone authorize 활용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가지만 미리 알았어도 1시간은 아꼈음.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· 평생 쓰는 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알아두면 평생 쓰는 5가지 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외우는 것보다 이 다섯 가지가 더 오래 갑니다.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627632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627632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66928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모르면 --help / man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713232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6928" y="31821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--help 또는 man 명령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공식 매뉴얼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76272" y="1554480"/>
            <a:ext cx="1627632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176272" y="1554480"/>
            <a:ext cx="1627632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176272" y="1691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286000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 자동완성, ↑ 이전명령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33472" y="3063240"/>
            <a:ext cx="713232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286000" y="31821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Tab으로 폴더·파일·명령어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자동완성. ↑로 히스토리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95344" y="1554480"/>
            <a:ext cx="1627632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895344" y="1554480"/>
            <a:ext cx="1627632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895344" y="1691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005072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Ctrl+C / Ctrl+R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52544" y="3063240"/>
            <a:ext cx="713232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005072" y="31821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Ctrl+C 멈춤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Ctrl+R 명령어 검색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1554480"/>
            <a:ext cx="1627632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614416" y="1554480"/>
            <a:ext cx="1627632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614416" y="1691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724144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또는 tmux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71616" y="3063240"/>
            <a:ext cx="713232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724144" y="31821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작업은 screen/tmux 안에서.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SSH 끊겨도 계속 돎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33488" y="1554480"/>
            <a:ext cx="1627632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333488" y="1554480"/>
            <a:ext cx="1627632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333488" y="16916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443216" y="23317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그대로 검색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90688" y="3063240"/>
            <a:ext cx="713232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443216" y="318211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 통째로 구글에.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99% 누가 먼저 막혔음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도구는 잊혀도 이 습관은 남는다. 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· 한눈에 보기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228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시리즈 한눈에 — 오늘의 흐름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 화살표는 명령(접속/설치), 아래쪽은 데이터의 이동.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41732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217420"/>
            <a:ext cx="201168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67128" y="1783080"/>
            <a:ext cx="141732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167128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12848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서버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30168" y="2217420"/>
            <a:ext cx="201168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877056" y="1783080"/>
            <a:ext cx="141732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22776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conda env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40096" y="2217420"/>
            <a:ext cx="201168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586984" y="1783080"/>
            <a:ext cx="141732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586984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32704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PyTorch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50024" y="2217420"/>
            <a:ext cx="201168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296912" y="1783080"/>
            <a:ext cx="141732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296912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☁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42632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→ conda → install → config → copy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6350">
            <a:solidFill>
              <a:srgbClr val="1E40AF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역방향: 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35204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2633472" y="352044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633472" y="3520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rclone copy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62272" y="35204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4809744" y="352044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09744" y="3520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38544" y="35204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986016" y="352044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986016" y="3520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시작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두 줄이 오늘 4시간의 전부입니다. 한 단계도 빠지면 학습이 시작되지 않음.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4시간이 남긴 네 가지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840480" cy="1280160"/>
          </a:xfrm>
          <a:prstGeom prst="rect">
            <a:avLst/>
          </a:prstGeom>
          <a:solidFill>
            <a:srgbClr val="172554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4864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 명령어 = AI 직군의 새 한글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읽고 쓰는 게 시작. 모르면 일단 막힘.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554480"/>
            <a:ext cx="3840480" cy="1280160"/>
          </a:xfrm>
          <a:prstGeom prst="rect">
            <a:avLst/>
          </a:prstGeom>
          <a:solidFill>
            <a:srgbClr val="172554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36592" y="1554480"/>
            <a:ext cx="54864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19472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13832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필요해질 때 배우면 된다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13832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4시간으로 17개 명령어 익힘. 외울 필요 없음.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999232"/>
            <a:ext cx="3840480" cy="1280160"/>
          </a:xfrm>
          <a:prstGeom prst="rect">
            <a:avLst/>
          </a:prstGeom>
          <a:solidFill>
            <a:srgbClr val="172554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2999232"/>
            <a:ext cx="54864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136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08760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막혀도 괜찮다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36850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메시지가 곧 검색 키워드. 99%는 누가 먼저 막혔음.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2999232"/>
            <a:ext cx="3840480" cy="1280160"/>
          </a:xfrm>
          <a:prstGeom prst="rect">
            <a:avLst/>
          </a:prstGeom>
          <a:solidFill>
            <a:srgbClr val="172554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736592" y="2999232"/>
            <a:ext cx="54864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19472" y="3136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13832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학습 돌리기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13832" y="36850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GPU가 진짜 도는 걸 보러 갑시다.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달 전 나처럼 막막한 분께, 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09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3011</Words>
  <Application>Microsoft Office PowerPoint</Application>
  <PresentationFormat>화면 슬라이드 쇼(16:9)</PresentationFormat>
  <Paragraphs>454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Malgun Gothic</vt:lpstr>
      <vt:lpstr>Arial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연구실의 첫 4시간</dc:title>
  <dc:subject>PptxGenJS Presentation</dc:subject>
  <dc:creator>조린</dc:creator>
  <cp:lastModifiedBy>철중 김</cp:lastModifiedBy>
  <cp:revision>2</cp:revision>
  <dcterms:created xsi:type="dcterms:W3CDTF">2026-05-26T18:06:45Z</dcterms:created>
  <dcterms:modified xsi:type="dcterms:W3CDTF">2026-05-27T04:32:23Z</dcterms:modified>
</cp:coreProperties>
</file>