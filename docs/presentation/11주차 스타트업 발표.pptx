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7" r:id="rId8"/>
    <p:sldId id="268" r:id="rId9"/>
    <p:sldId id="263" r:id="rId10"/>
    <p:sldId id="264" r:id="rId11"/>
    <p:sldId id="262" r:id="rId12"/>
    <p:sldId id="265" r:id="rId13"/>
    <p:sldId id="270" r:id="rId14"/>
    <p:sldId id="271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4A71C-B723-028C-A5B2-3AB78DEB8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771578-BBE6-8DF8-6B09-F946473C5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CF475-DE3E-5575-8C5A-97630BFB2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93C6C-7A29-3A64-F132-7C14B2B82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277704-E14F-8F7D-39D0-AF330604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65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33F6C-8FA3-E083-EC23-FC29EA252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00D84C-9B4D-916C-C764-4476339F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AC7F2A-2C4E-4354-FB59-921F6CB69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3A1EA7-3E2F-E395-1A8E-DC948CE03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399A7-7CF5-CE3A-8321-5D79B4C14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24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046069-E860-19C3-3A5D-278E291D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516AF-85B6-DB09-DCC4-01AD5A55E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7E624-8ADA-96DF-5E96-5F63AC5E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7371C1-AA00-8463-E227-A17CD564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5B832-85AE-9619-AFD7-9DB1CE91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01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3D066-E716-1030-3C79-0674A2B9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AFA680-ADA3-723D-2509-2163453A7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FDF2A6-6876-1D09-AE9D-E25E3F596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C26147-7F2B-B26C-32FD-6E3F973E3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00A740-6BD4-11D4-5799-35D305D6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AC3FC0-08B7-EFB4-373B-23BB4A30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5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EA36D-5C63-84D5-CB94-A5F77290F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E24FB6-C3A8-7252-658C-6EA1E4C9C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A569EE-1741-254E-98A0-CF56A5268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192A40-9D80-6D86-3A37-82D6217D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630A23-7F08-BA85-13FB-3AA08F7C49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ACE8DF3-CC59-02F1-5AF8-00A2D539F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46951A-8806-4AD0-E5DA-1293ABA3F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5AA64E2-9EAA-BF79-B370-3809BE38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56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A9066-36C3-F888-1F4F-30577C719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67A273-8C53-889A-47BF-F7F7BAC1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A776F7-4088-21A5-13BF-D83C73A6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5943F8-2514-5DFA-41B8-F1CD6A5F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597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E30DBB-04B1-887F-E4C6-05EB7E6D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754AC0-003B-D590-68C3-4055F9072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21E3BB-4695-4558-9F54-335C5EF5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707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5FA08-3C8E-FEEB-5B7C-A3176D37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E56DBB-F968-3CFE-B02F-13F6CADD5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83A998-017C-F080-E79A-B60EB505C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ED044F-AFF8-E03F-E0EA-0DC14B65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62CFB8-649E-0BC6-28E5-7665A9B0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CE501F-F974-1C0A-3EFD-462B5444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127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2A061-E872-E43C-445C-F9049E679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ED6ABE-1981-AF2F-1488-ECB15CC8D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81C019-92B2-1583-2D0B-95AE75DEF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31AEAA-3097-B0CD-CA6F-922D41DE0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C2F22A-3C4A-F142-5463-D137B432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8057FA-2C9C-49B0-3CAF-DF5D9D9C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942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F2BB3-C8D2-077B-4A58-909E6046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9DED84-A0BD-AF36-B42D-6F97BB573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8EA0A-4128-89CE-C82E-BCBBB38E1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E339F8-F6F1-F764-1CFF-E895C7190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04FC0-FC8C-F5B8-4139-2D74780B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651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65F9BC-AC0E-8478-DC02-E120857D24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0AC4EE-D0C9-8FA3-3E55-2C8E5361A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C08129-BA45-033A-F0B3-E08EE811C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C800C-CC1C-271F-4C48-3A240AB3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591DD8-B33F-5699-5991-EA7ACAB7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545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2DE938-E015-7713-7C24-1A532A28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8B301A-E0E5-1938-A630-BD61A8A1B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DDFC94-4D15-022A-A8AA-CDE5A32DB6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6A52C-5C80-4E94-8ECE-D9C9438E47CC}" type="datetimeFigureOut">
              <a:rPr lang="ko-KR" altLang="en-US" smtClean="0"/>
              <a:t>2026-05-13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389A00-79DC-8CC0-776D-60DEFE51C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1489CF-DAAE-D09F-40AB-0D4A2E438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5F4E64-12D9-43E2-A3CE-BCF2C7B0C9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98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F4B09-8F72-AC1D-1033-8396505597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11</a:t>
            </a:r>
            <a:r>
              <a:rPr lang="ko-KR" altLang="en-US" dirty="0"/>
              <a:t>주차 스타트업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BF5114-2EE8-AC93-DA96-4993EE67EC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202444085 </a:t>
            </a:r>
            <a:r>
              <a:rPr lang="ko-KR" altLang="en-US" dirty="0" err="1"/>
              <a:t>김철중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263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D68B6-BF23-31C7-8397-835179F73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젠스파크</a:t>
            </a:r>
            <a:r>
              <a:rPr lang="ko-KR" altLang="en-US" dirty="0"/>
              <a:t> 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AF48BD-0B2A-B3EC-7283-52F4B0753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확실히 예쁘게 잘 만든다</a:t>
            </a:r>
            <a:endParaRPr lang="en-US" altLang="ko-KR" dirty="0"/>
          </a:p>
          <a:p>
            <a:r>
              <a:rPr lang="en-US" altLang="ko-KR" dirty="0" err="1"/>
              <a:t>UltraMode</a:t>
            </a:r>
            <a:r>
              <a:rPr lang="en-US" altLang="ko-KR" dirty="0"/>
              <a:t>(</a:t>
            </a:r>
            <a:r>
              <a:rPr lang="ko-KR" altLang="en-US" dirty="0"/>
              <a:t>최신</a:t>
            </a:r>
            <a:r>
              <a:rPr lang="en-US" altLang="ko-KR" dirty="0"/>
              <a:t>/</a:t>
            </a:r>
            <a:r>
              <a:rPr lang="ko-KR" altLang="en-US" dirty="0"/>
              <a:t>최강의 모델로 문서 작업을 </a:t>
            </a:r>
            <a:r>
              <a:rPr lang="ko-KR" altLang="en-US" dirty="0" err="1"/>
              <a:t>해줌</a:t>
            </a:r>
            <a:r>
              <a:rPr lang="en-US" altLang="ko-KR" dirty="0"/>
              <a:t>) </a:t>
            </a:r>
            <a:r>
              <a:rPr lang="ko-KR" altLang="en-US" dirty="0"/>
              <a:t>쓰면 토큰이 정말 눈 녹듯이 사라진다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너무 비싸다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클로드로</a:t>
            </a:r>
            <a:r>
              <a:rPr lang="ko-KR" altLang="en-US" dirty="0"/>
              <a:t> 문서들이나 자료들을 주고 </a:t>
            </a:r>
            <a:r>
              <a:rPr lang="en-US" altLang="ko-KR" dirty="0"/>
              <a:t>ppt </a:t>
            </a:r>
            <a:r>
              <a:rPr lang="ko-KR" altLang="en-US" dirty="0"/>
              <a:t>만들었을 땐</a:t>
            </a:r>
            <a:r>
              <a:rPr lang="en-US" altLang="ko-KR" dirty="0"/>
              <a:t>, </a:t>
            </a:r>
            <a:r>
              <a:rPr lang="ko-KR" altLang="en-US" dirty="0" err="1"/>
              <a:t>할루시네이션</a:t>
            </a:r>
            <a:r>
              <a:rPr lang="ko-KR" altLang="en-US" dirty="0"/>
              <a:t> 및 수치들을 지레 짐작해서 명시하는 반면</a:t>
            </a:r>
            <a:r>
              <a:rPr lang="en-US" altLang="ko-KR" dirty="0"/>
              <a:t>, </a:t>
            </a:r>
            <a:r>
              <a:rPr lang="ko-KR" altLang="en-US" dirty="0" err="1"/>
              <a:t>젠스파크는</a:t>
            </a:r>
            <a:r>
              <a:rPr lang="ko-KR" altLang="en-US" dirty="0"/>
              <a:t> 그런 현상이 적었다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10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1F983-9455-0EEE-242D-5EABB543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오늘 할 것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8EBE4-9EED-F6FE-E0BB-AB518C6A6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SMOTE </a:t>
            </a:r>
            <a:r>
              <a:rPr lang="ko-KR" altLang="en-US" dirty="0"/>
              <a:t>맨 마지막 방법론 주피터 노트북에 코드 리뷰</a:t>
            </a:r>
            <a:endParaRPr lang="en-US" altLang="ko-KR" dirty="0"/>
          </a:p>
          <a:p>
            <a:r>
              <a:rPr lang="ko-KR" altLang="en-US" dirty="0"/>
              <a:t>시뮬레이션 대회 설명</a:t>
            </a:r>
            <a:endParaRPr lang="en-US" altLang="ko-KR" dirty="0"/>
          </a:p>
          <a:p>
            <a:r>
              <a:rPr lang="en-US" altLang="ko-KR" dirty="0"/>
              <a:t>WHISPER </a:t>
            </a:r>
            <a:r>
              <a:rPr lang="ko-KR" altLang="en-US" dirty="0"/>
              <a:t>진척도</a:t>
            </a:r>
          </a:p>
        </p:txBody>
      </p:sp>
    </p:spTree>
    <p:extLst>
      <p:ext uri="{BB962C8B-B14F-4D97-AF65-F5344CB8AC3E}">
        <p14:creationId xmlns:p14="http://schemas.microsoft.com/office/powerpoint/2010/main" val="82902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1DEF8-B17C-937E-343D-CDC079063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SMOTE </a:t>
            </a:r>
            <a:r>
              <a:rPr lang="ko-KR" altLang="en-US" dirty="0"/>
              <a:t>코드 리뷰 </a:t>
            </a:r>
            <a:r>
              <a:rPr lang="en-US" altLang="ko-KR" dirty="0"/>
              <a:t>-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730ABE-9BD7-4B77-99EE-71CEB5AB4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73" y="1837190"/>
            <a:ext cx="8268854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05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CF3B-D18D-659A-EFCE-81E73C9C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F082E-1E8B-9B55-FB7A-4B033BB6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SMOTE </a:t>
            </a:r>
            <a:r>
              <a:rPr lang="ko-KR" altLang="en-US" dirty="0"/>
              <a:t>코드 리뷰 </a:t>
            </a:r>
            <a:r>
              <a:rPr lang="en-US" altLang="ko-KR" dirty="0"/>
              <a:t>– </a:t>
            </a:r>
            <a:r>
              <a:rPr lang="ko-KR" altLang="en-US" dirty="0"/>
              <a:t>데이터 증강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73689F-93E7-06C8-2C9E-9D22D8F24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42" y="1486412"/>
            <a:ext cx="7459116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5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8888C-9A89-451B-C446-80B68366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A12EC-98C2-7CAA-B0B4-FBEF41DE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대회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078A40-BD17-E6A6-4BE8-D98815CF4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1690688"/>
            <a:ext cx="9535856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36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61309-1BD5-19AC-3232-D977532F1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05032-796A-DD4F-5A91-777E75CB1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문제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8ED44B03-D5DC-E41D-668F-5A209EC495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39221"/>
            <a:ext cx="10410222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목표: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(주)K-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Logistics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물류센터 내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AGV와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컨베이어가 혼재된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피킹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라인의 병목 현상을 해결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,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총 소요 시간 감소시켜라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프로세스 및 조건: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주문 데이터 확률에 따라 제함,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피킹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/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/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B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/C 등급별), 포장, 적재 순으로 진행되는 물류 흐름을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주어진 하드웨어 스펙에 맞게 모델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링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결과물 도출: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지점별 투입 순서나 AGV 대수 등 창의적인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아이디어를 적용한 후, 그 효과를 시뮬레이션 통계치와 고위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경영자도 이해하기 쉬운 애니메이션이 포함된 결과보고서</a:t>
            </a:r>
            <a:r>
              <a:rPr lang="ko-KR" altLang="en-US" dirty="0">
                <a:ea typeface="Google Sans Text"/>
              </a:rPr>
              <a:t>로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증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명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9234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CB020-83B7-1C7D-2AE5-4BCEBFF14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074831-B280-05C1-91E9-944D8B22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시뮬레이션 문제</a:t>
            </a:r>
            <a:r>
              <a:rPr lang="en-US" altLang="ko-KR" dirty="0"/>
              <a:t>(AS-IS)</a:t>
            </a:r>
            <a:endParaRPr lang="ko-KR" altLang="en-US" dirty="0"/>
          </a:p>
        </p:txBody>
      </p:sp>
      <p:pic>
        <p:nvPicPr>
          <p:cNvPr id="4" name="simulation">
            <a:hlinkClick r:id="" action="ppaction://media"/>
            <a:extLst>
              <a:ext uri="{FF2B5EF4-FFF2-40B4-BE49-F238E27FC236}">
                <a16:creationId xmlns:a16="http://schemas.microsoft.com/office/drawing/2014/main" id="{F5096368-71B5-EE63-20DB-DCA63C152DB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37556" y="1690688"/>
            <a:ext cx="8116887" cy="4351338"/>
          </a:xfrm>
        </p:spPr>
      </p:pic>
    </p:spTree>
    <p:extLst>
      <p:ext uri="{BB962C8B-B14F-4D97-AF65-F5344CB8AC3E}">
        <p14:creationId xmlns:p14="http://schemas.microsoft.com/office/powerpoint/2010/main" val="199158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7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FC2D-0D01-B12C-6244-4803524A4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2BBC4F-9E05-BE0D-7907-9D34B22A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WHISPER </a:t>
            </a:r>
            <a:r>
              <a:rPr lang="ko-KR" altLang="en-US" dirty="0"/>
              <a:t>진척도 </a:t>
            </a:r>
            <a:r>
              <a:rPr lang="en-US" altLang="ko-KR" dirty="0"/>
              <a:t>– VOTE400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22F37C-5171-74E5-E4FD-42DD5577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880" y="1690688"/>
            <a:ext cx="3520239" cy="494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25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03C54-4DAD-291D-CFB6-E9130F8F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9597A-C33D-67C0-F07A-75364FED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WHISPER </a:t>
            </a:r>
            <a:r>
              <a:rPr lang="ko-KR" altLang="en-US" dirty="0"/>
              <a:t>진척도 </a:t>
            </a:r>
            <a:r>
              <a:rPr lang="en-US" altLang="ko-KR" dirty="0"/>
              <a:t>– VOTE400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9BF5FD-E15A-A361-27FC-C99966754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7781"/>
            <a:ext cx="12192000" cy="488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180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45BD7-9BB3-C75C-D65D-7EA3A5666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DA630-298E-E9A2-1626-633B3FAD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WHISPER </a:t>
            </a:r>
            <a:r>
              <a:rPr lang="ko-KR" altLang="en-US" dirty="0"/>
              <a:t>진척도 </a:t>
            </a:r>
            <a:r>
              <a:rPr lang="en-US" altLang="ko-KR" dirty="0"/>
              <a:t>– AI</a:t>
            </a:r>
            <a:r>
              <a:rPr lang="ko-KR" altLang="en-US" dirty="0"/>
              <a:t> 허브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22B46E-4A79-1B10-2966-3C629FF37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94" y="1430631"/>
            <a:ext cx="9265984" cy="4491687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DFD911E-2497-D732-CE49-28B9A282E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4378"/>
            <a:ext cx="10515600" cy="495544"/>
          </a:xfrm>
        </p:spPr>
        <p:txBody>
          <a:bodyPr/>
          <a:lstStyle/>
          <a:p>
            <a:pPr algn="ctr"/>
            <a:r>
              <a:rPr lang="en-US" altLang="ko-KR" dirty="0"/>
              <a:t>AI </a:t>
            </a:r>
            <a:r>
              <a:rPr lang="ko-KR" altLang="en-US" dirty="0"/>
              <a:t>허브는 </a:t>
            </a:r>
            <a:r>
              <a:rPr lang="ko-KR" altLang="en-US" dirty="0" err="1"/>
              <a:t>이용시</a:t>
            </a:r>
            <a:r>
              <a:rPr lang="ko-KR" altLang="en-US" dirty="0"/>
              <a:t> 신청 필요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61644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98988-1013-B7C2-9770-5FEDEBF57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649DC-5490-C4BF-3659-C194811B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WHISPER </a:t>
            </a:r>
            <a:r>
              <a:rPr lang="ko-KR" altLang="en-US" dirty="0"/>
              <a:t>진척도 </a:t>
            </a:r>
            <a:r>
              <a:rPr lang="en-US" altLang="ko-KR" dirty="0"/>
              <a:t>– AI</a:t>
            </a:r>
            <a:r>
              <a:rPr lang="ko-KR" altLang="en-US" dirty="0"/>
              <a:t> 허브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F8F8178-49F7-01E2-78F7-B88161C7E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4378"/>
            <a:ext cx="10515600" cy="495544"/>
          </a:xfrm>
        </p:spPr>
        <p:txBody>
          <a:bodyPr/>
          <a:lstStyle/>
          <a:p>
            <a:pPr algn="ctr"/>
            <a:r>
              <a:rPr lang="ko-KR" altLang="en-US" dirty="0"/>
              <a:t>임시 데이터 셋 샘플 데이터 개요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02BAFB-6413-001D-369A-02C992C75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59" y="1978511"/>
            <a:ext cx="4716648" cy="29009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F81EF4-6AF5-C42A-C1E3-40444FD13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387" y="1921847"/>
            <a:ext cx="4949413" cy="301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43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E4BE-2EC2-1158-4D83-55FAEFE7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C4407-A891-B7F1-CBE9-F6986C09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WHISPER </a:t>
            </a:r>
            <a:r>
              <a:rPr lang="ko-KR" altLang="en-US" dirty="0"/>
              <a:t>진척도 </a:t>
            </a:r>
            <a:r>
              <a:rPr lang="en-US" altLang="ko-KR" dirty="0"/>
              <a:t>– </a:t>
            </a:r>
            <a:r>
              <a:rPr lang="ko-KR" altLang="en-US" dirty="0"/>
              <a:t>베이스라인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BB93E05-0CB5-D6F4-5670-F69772974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4378"/>
            <a:ext cx="10515600" cy="495544"/>
          </a:xfrm>
        </p:spPr>
        <p:txBody>
          <a:bodyPr/>
          <a:lstStyle/>
          <a:p>
            <a:pPr algn="ctr"/>
            <a:r>
              <a:rPr lang="ko-KR" altLang="en-US" dirty="0"/>
              <a:t>베이스라인 결과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20091D-49F9-56C7-137B-C3F39571E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1618997"/>
            <a:ext cx="7897327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78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6E966-484A-3894-1E77-6174C923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780EA-41E7-B647-9BF4-03FA50BD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WHISPER </a:t>
            </a:r>
            <a:r>
              <a:rPr lang="ko-KR" altLang="en-US" dirty="0"/>
              <a:t>진척도 </a:t>
            </a:r>
            <a:r>
              <a:rPr lang="en-US" altLang="ko-KR" dirty="0"/>
              <a:t>– </a:t>
            </a:r>
            <a:r>
              <a:rPr lang="ko-KR" altLang="en-US" dirty="0"/>
              <a:t>베이스라인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8EE26A-4A1D-BE65-36F2-6831BB33B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105" y="1690688"/>
            <a:ext cx="7119789" cy="477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7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55489-FBAB-0F50-D9A6-626232E6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BDFF77-B775-DAE0-6344-88B3886F1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563F50-2EAE-AA99-020D-0E51D69502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202444085 </a:t>
            </a:r>
            <a:r>
              <a:rPr lang="ko-KR" altLang="en-US" dirty="0" err="1"/>
              <a:t>김철중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288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214</Words>
  <Application>Microsoft Office PowerPoint</Application>
  <PresentationFormat>와이드스크린</PresentationFormat>
  <Paragraphs>36</Paragraphs>
  <Slides>15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Google Sans Text</vt:lpstr>
      <vt:lpstr>맑은 고딕</vt:lpstr>
      <vt:lpstr>Arial</vt:lpstr>
      <vt:lpstr>Office 테마</vt:lpstr>
      <vt:lpstr>11주차 스타트업 발표</vt:lpstr>
      <vt:lpstr>젠스파크 후기</vt:lpstr>
      <vt:lpstr>오늘 할 것</vt:lpstr>
      <vt:lpstr>SMOTE 코드 리뷰 - 전처리</vt:lpstr>
      <vt:lpstr>SMOTE 코드 리뷰 – 데이터 증강</vt:lpstr>
      <vt:lpstr>시뮬레이션 대회</vt:lpstr>
      <vt:lpstr>시뮬레이션 문제</vt:lpstr>
      <vt:lpstr>시뮬레이션 문제(AS-IS)</vt:lpstr>
      <vt:lpstr>WHISPER 진척도 – VOTE400</vt:lpstr>
      <vt:lpstr>WHISPER 진척도 – VOTE400</vt:lpstr>
      <vt:lpstr>WHISPER 진척도 – AI 허브</vt:lpstr>
      <vt:lpstr>WHISPER 진척도 – AI 허브</vt:lpstr>
      <vt:lpstr>WHISPER 진척도 – 베이스라인</vt:lpstr>
      <vt:lpstr>WHISPER 진척도 – 베이스라인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철중 김</dc:creator>
  <cp:lastModifiedBy>철중 김</cp:lastModifiedBy>
  <cp:revision>2</cp:revision>
  <dcterms:created xsi:type="dcterms:W3CDTF">2026-05-12T07:58:55Z</dcterms:created>
  <dcterms:modified xsi:type="dcterms:W3CDTF">2026-05-13T05:50:51Z</dcterms:modified>
</cp:coreProperties>
</file>